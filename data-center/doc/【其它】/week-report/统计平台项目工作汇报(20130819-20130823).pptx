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61" r:id="rId2"/>
  </p:sldMasterIdLst>
  <p:notesMasterIdLst>
    <p:notesMasterId r:id="rId8"/>
  </p:notesMasterIdLst>
  <p:handoutMasterIdLst>
    <p:handoutMasterId r:id="rId9"/>
  </p:handoutMasterIdLst>
  <p:sldIdLst>
    <p:sldId id="256" r:id="rId3"/>
    <p:sldId id="269" r:id="rId4"/>
    <p:sldId id="264" r:id="rId5"/>
    <p:sldId id="267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F21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411" autoAdjust="0"/>
    <p:restoredTop sz="94660"/>
  </p:normalViewPr>
  <p:slideViewPr>
    <p:cSldViewPr>
      <p:cViewPr>
        <p:scale>
          <a:sx n="82" d="100"/>
          <a:sy n="82" d="100"/>
        </p:scale>
        <p:origin x="-81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56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44000" r="-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DE6B9-BDA8-4FB7-8657-51A00405EE74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4E288-81E9-4A70-A574-6ED6E94B913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40515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6AEAC-19DA-4946-A25C-F3199594F411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3FC78-DBBF-4D46-83C6-5F7C227DDA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0610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>
            <a:lvl1pPr>
              <a:defRPr sz="2400">
                <a:latin typeface="微软雅黑" pitchFamily="34" charset="-122"/>
                <a:ea typeface="微软雅黑" pitchFamily="34" charset="-122"/>
              </a:defRPr>
            </a:lvl1pPr>
            <a:lvl2pPr>
              <a:defRPr sz="2400">
                <a:latin typeface="微软雅黑" pitchFamily="34" charset="-122"/>
                <a:ea typeface="微软雅黑" pitchFamily="34" charset="-122"/>
              </a:defRPr>
            </a:lvl2pPr>
            <a:lvl3pPr>
              <a:defRPr sz="2400">
                <a:latin typeface="微软雅黑" pitchFamily="34" charset="-122"/>
                <a:ea typeface="微软雅黑" pitchFamily="34" charset="-122"/>
              </a:defRPr>
            </a:lvl3pPr>
            <a:lvl4pPr>
              <a:defRPr sz="2400">
                <a:latin typeface="微软雅黑" pitchFamily="34" charset="-122"/>
                <a:ea typeface="微软雅黑" pitchFamily="34" charset="-122"/>
              </a:defRPr>
            </a:lvl4pPr>
            <a:lvl5pPr>
              <a:defRPr sz="2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836712"/>
            <a:ext cx="910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rmAutofit/>
          </a:bodyPr>
          <a:lstStyle>
            <a:lvl1pPr algn="l">
              <a:defRPr sz="28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2"/>
          </p:nvPr>
        </p:nvSpPr>
        <p:spPr>
          <a:xfrm>
            <a:off x="467544" y="6356350"/>
            <a:ext cx="555225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运营开发部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536" y="2348880"/>
            <a:ext cx="4038600" cy="43099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4008" y="2348880"/>
            <a:ext cx="4038600" cy="43099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0"/>
          </p:nvPr>
        </p:nvSpPr>
        <p:spPr>
          <a:xfrm>
            <a:off x="467544" y="1268760"/>
            <a:ext cx="8229600" cy="1008112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08112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544" y="134076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49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008" y="134076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49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970784" cy="1162050"/>
          </a:xfr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99992" y="273050"/>
            <a:ext cx="418680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70784" cy="469106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zh-CN" alt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920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11256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4A6-E0D5-4D90-B9B2-98B63469B85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5ED96-E15B-4758-BC37-02D0829E72A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4A6-E0D5-4D90-B9B2-98B63469B85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5ED96-E15B-4758-BC37-02D0829E72A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980728"/>
            <a:ext cx="8712968" cy="2520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sz="half" idx="1"/>
          </p:nvPr>
        </p:nvSpPr>
        <p:spPr>
          <a:xfrm>
            <a:off x="323528" y="980728"/>
            <a:ext cx="8507288" cy="24482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229600" cy="720080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sz="half" idx="13"/>
          </p:nvPr>
        </p:nvSpPr>
        <p:spPr>
          <a:xfrm>
            <a:off x="323528" y="3573016"/>
            <a:ext cx="8507288" cy="24482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5536" y="612774"/>
            <a:ext cx="8496944" cy="44724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4A6-E0D5-4D90-B9B2-98B63469B85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5ED96-E15B-4758-BC37-02D0829E72A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5301208"/>
            <a:ext cx="5486400" cy="7920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6241F-C3FF-4CCC-9CF9-C408F01B422B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1" r:id="rId7"/>
    <p:sldLayoutId id="2147483682" r:id="rId8"/>
    <p:sldLayoutId id="2147483683" r:id="rId9"/>
    <p:sldLayoutId id="2147483684" r:id="rId10"/>
    <p:sldLayoutId id="2147483650" r:id="rId11"/>
    <p:sldLayoutId id="2147483655" r:id="rId12"/>
    <p:sldLayoutId id="214748365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F8BAB-8022-4A10-9005-73D91509F64C}" type="datetimeFigureOut">
              <a:rPr lang="zh-CN" altLang="en-US" smtClean="0"/>
              <a:pPr/>
              <a:t>2013-8-22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统计平台</a:t>
            </a:r>
            <a:r>
              <a:rPr lang="en-US" altLang="zh-CN" dirty="0" smtClean="0"/>
              <a:t>(20130819-20130823)</a:t>
            </a:r>
            <a:endParaRPr lang="zh-CN" altLang="en-US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测试统计表达式的计算逻辑</a:t>
            </a:r>
            <a:endParaRPr lang="en-US" altLang="zh-CN" dirty="0" smtClean="0"/>
          </a:p>
          <a:p>
            <a:r>
              <a:rPr lang="en-US" altLang="zh-CN" dirty="0" smtClean="0"/>
              <a:t>B03</a:t>
            </a:r>
            <a:r>
              <a:rPr lang="zh-CN" altLang="en-US" dirty="0" smtClean="0"/>
              <a:t>统计拉取数据以及临时的需求</a:t>
            </a:r>
            <a:endParaRPr lang="en-US" altLang="zh-CN" dirty="0" smtClean="0"/>
          </a:p>
          <a:p>
            <a:r>
              <a:rPr lang="zh-CN" altLang="en-US" dirty="0" smtClean="0"/>
              <a:t>统计日报程序由脚本自动检查并发出，不依赖于人为</a:t>
            </a:r>
            <a:r>
              <a:rPr lang="zh-CN" altLang="en-US" dirty="0" smtClean="0"/>
              <a:t>检查</a:t>
            </a:r>
            <a:endParaRPr lang="en-US" altLang="zh-CN" dirty="0" smtClean="0"/>
          </a:p>
          <a:p>
            <a:r>
              <a:rPr lang="en-US" altLang="zh-CN" dirty="0" smtClean="0"/>
              <a:t>s</a:t>
            </a:r>
            <a:r>
              <a:rPr lang="en-US" altLang="zh-CN" dirty="0" smtClean="0"/>
              <a:t>tat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合并，目前已完成对</a:t>
            </a:r>
            <a:r>
              <a:rPr lang="en-US" altLang="zh-CN" dirty="0" smtClean="0"/>
              <a:t>stat</a:t>
            </a:r>
            <a:r>
              <a:rPr lang="zh-CN" altLang="en-US" dirty="0" smtClean="0"/>
              <a:t>的风格修改</a:t>
            </a:r>
            <a:endParaRPr lang="en-US" altLang="zh-CN" dirty="0" smtClean="0"/>
          </a:p>
          <a:p>
            <a:r>
              <a:rPr lang="zh-CN" altLang="en-US" dirty="0" smtClean="0"/>
              <a:t>日常维护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本周工作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、对多区多服模式的游戏支持得不够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、当前存在多套数据相关的系统，维护工作量大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、为了日报数据的准确，每天需要有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1-2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人花上午半天的时间在核对，费时费力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B03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的统计需要打通北京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IDC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和苏州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IDC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</a:rPr>
              <a:t>之间的路由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遇到的问题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、迁移摩尔庄园的数据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、统计系统整套机制的调整，参考</a:t>
            </a:r>
            <a:r>
              <a:rPr lang="en-US" altLang="zh-CN" dirty="0" err="1" smtClean="0"/>
              <a:t>talkingdata</a:t>
            </a:r>
            <a:r>
              <a:rPr lang="zh-CN" altLang="en-US" dirty="0" smtClean="0"/>
              <a:t>的做法，通过提供</a:t>
            </a:r>
            <a:r>
              <a:rPr lang="en-US" altLang="zh-CN" dirty="0" err="1" smtClean="0"/>
              <a:t>sdk</a:t>
            </a:r>
            <a:r>
              <a:rPr lang="zh-CN" altLang="en-US" dirty="0" smtClean="0"/>
              <a:t>的方式让项目部</a:t>
            </a:r>
            <a:r>
              <a:rPr lang="zh-CN" altLang="en-US" dirty="0" smtClean="0"/>
              <a:t>接入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、完成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中战神联盟统计和</a:t>
            </a:r>
            <a:r>
              <a:rPr lang="en-US" altLang="zh-CN" dirty="0" smtClean="0"/>
              <a:t>stat</a:t>
            </a:r>
            <a:r>
              <a:rPr lang="zh-CN" altLang="en-US" dirty="0" smtClean="0"/>
              <a:t>的合并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下周安排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lvl="4">
              <a:buNone/>
            </a:pPr>
            <a:r>
              <a:rPr lang="zh-CN" altLang="en-US" dirty="0" smtClean="0"/>
              <a:t>                谢谢大家！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11059</TotalTime>
  <Words>167</Words>
  <Application>Microsoft Office PowerPoint</Application>
  <PresentationFormat>全屏显示(4:3)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1_自定义设计方案</vt:lpstr>
      <vt:lpstr>自定义设计方案</vt:lpstr>
      <vt:lpstr>统计平台(20130819-20130823)</vt:lpstr>
      <vt:lpstr>本周工作</vt:lpstr>
      <vt:lpstr>遇到的问题</vt:lpstr>
      <vt:lpstr>下周安排</vt:lpstr>
      <vt:lpstr>幻灯片 5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付费用户行为分析                 ——ImoleApp、Imole安卓、IseerApp</dc:title>
  <dc:creator>berry</dc:creator>
  <cp:lastModifiedBy>henry</cp:lastModifiedBy>
  <cp:revision>2115</cp:revision>
  <dcterms:created xsi:type="dcterms:W3CDTF">2012-06-07T03:58:51Z</dcterms:created>
  <dcterms:modified xsi:type="dcterms:W3CDTF">2013-08-22T05:58:05Z</dcterms:modified>
</cp:coreProperties>
</file>