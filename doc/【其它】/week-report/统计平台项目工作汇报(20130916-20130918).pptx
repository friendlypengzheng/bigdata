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61" r:id="rId2"/>
  </p:sldMasterIdLst>
  <p:notesMasterIdLst>
    <p:notesMasterId r:id="rId8"/>
  </p:notesMasterIdLst>
  <p:handoutMasterIdLst>
    <p:handoutMasterId r:id="rId9"/>
  </p:handoutMasterIdLst>
  <p:sldIdLst>
    <p:sldId id="256" r:id="rId3"/>
    <p:sldId id="269" r:id="rId4"/>
    <p:sldId id="264" r:id="rId5"/>
    <p:sldId id="267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F21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411" autoAdjust="0"/>
    <p:restoredTop sz="94660"/>
  </p:normalViewPr>
  <p:slideViewPr>
    <p:cSldViewPr>
      <p:cViewPr>
        <p:scale>
          <a:sx n="82" d="100"/>
          <a:sy n="82" d="100"/>
        </p:scale>
        <p:origin x="-816" y="-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2856" y="-10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44000" r="-4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DE6B9-BDA8-4FB7-8657-51A00405EE74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4E288-81E9-4A70-A574-6ED6E94B913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640515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F6AEAC-19DA-4946-A25C-F3199594F411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53FC78-DBBF-4D46-83C6-5F7C227DDA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606103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241F-C3FF-4CCC-9CF9-C408F01B422B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DB6-F56D-4108-BA16-8C1C7037B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/>
          </a:bodyPr>
          <a:lstStyle>
            <a:lvl1pPr>
              <a:defRPr sz="2400">
                <a:latin typeface="微软雅黑" pitchFamily="34" charset="-122"/>
                <a:ea typeface="微软雅黑" pitchFamily="34" charset="-122"/>
              </a:defRPr>
            </a:lvl1pPr>
            <a:lvl2pPr>
              <a:defRPr sz="2400">
                <a:latin typeface="微软雅黑" pitchFamily="34" charset="-122"/>
                <a:ea typeface="微软雅黑" pitchFamily="34" charset="-122"/>
              </a:defRPr>
            </a:lvl2pPr>
            <a:lvl3pPr>
              <a:defRPr sz="2400">
                <a:latin typeface="微软雅黑" pitchFamily="34" charset="-122"/>
                <a:ea typeface="微软雅黑" pitchFamily="34" charset="-122"/>
              </a:defRPr>
            </a:lvl3pPr>
            <a:lvl4pPr>
              <a:defRPr sz="2400">
                <a:latin typeface="微软雅黑" pitchFamily="34" charset="-122"/>
                <a:ea typeface="微软雅黑" pitchFamily="34" charset="-122"/>
              </a:defRPr>
            </a:lvl4pPr>
            <a:lvl5pPr>
              <a:defRPr sz="24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836712"/>
            <a:ext cx="91080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64704"/>
          </a:xfrm>
        </p:spPr>
        <p:txBody>
          <a:bodyPr>
            <a:normAutofit/>
          </a:bodyPr>
          <a:lstStyle>
            <a:lvl1pPr algn="l">
              <a:defRPr sz="2800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357DB6-F56D-4108-BA16-8C1C7037BAA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2"/>
          </p:nvPr>
        </p:nvSpPr>
        <p:spPr>
          <a:xfrm>
            <a:off x="467544" y="6356350"/>
            <a:ext cx="555225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运营开发部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241F-C3FF-4CCC-9CF9-C408F01B422B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DB6-F56D-4108-BA16-8C1C7037B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536" y="2348880"/>
            <a:ext cx="4038600" cy="430993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4008" y="2348880"/>
            <a:ext cx="4038600" cy="430993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9" name="内容占位符 2"/>
          <p:cNvSpPr>
            <a:spLocks noGrp="1"/>
          </p:cNvSpPr>
          <p:nvPr>
            <p:ph idx="10"/>
          </p:nvPr>
        </p:nvSpPr>
        <p:spPr>
          <a:xfrm>
            <a:off x="467544" y="1268760"/>
            <a:ext cx="8229600" cy="1008112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008112"/>
          </a:xfrm>
        </p:spPr>
        <p:txBody>
          <a:bodyPr/>
          <a:lstStyle>
            <a:lvl1pPr algn="l"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544" y="1340768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49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4008" y="1340768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49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241F-C3FF-4CCC-9CF9-C408F01B422B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DB6-F56D-4108-BA16-8C1C7037B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970784" cy="1162050"/>
          </a:xfr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99992" y="273050"/>
            <a:ext cx="418680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970784" cy="469106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zh-CN" altLang="en-US" sz="3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241F-C3FF-4CCC-9CF9-C408F01B422B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DB6-F56D-4108-BA16-8C1C7037B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241F-C3FF-4CCC-9CF9-C408F01B422B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DB6-F56D-4108-BA16-8C1C7037B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241F-C3FF-4CCC-9CF9-C408F01B422B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DB6-F56D-4108-BA16-8C1C7037B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6241F-C3FF-4CCC-9CF9-C408F01B422B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57DB6-F56D-4108-BA16-8C1C7037B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79208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5112568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4A6-E0D5-4D90-B9B2-98B63469B85B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5ED96-E15B-4758-BC37-02D0829E72A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4A6-E0D5-4D90-B9B2-98B63469B85B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5ED96-E15B-4758-BC37-02D0829E72A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1520" y="980728"/>
            <a:ext cx="8712968" cy="2520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内容占位符 2"/>
          <p:cNvSpPr>
            <a:spLocks noGrp="1"/>
          </p:cNvSpPr>
          <p:nvPr>
            <p:ph sz="half" idx="1"/>
          </p:nvPr>
        </p:nvSpPr>
        <p:spPr>
          <a:xfrm>
            <a:off x="323528" y="980728"/>
            <a:ext cx="8507288" cy="24482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229600" cy="720080"/>
          </a:xfrm>
        </p:spPr>
        <p:txBody>
          <a:bodyPr/>
          <a:lstStyle>
            <a:lvl1pPr algn="l"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9" name="内容占位符 2"/>
          <p:cNvSpPr>
            <a:spLocks noGrp="1"/>
          </p:cNvSpPr>
          <p:nvPr>
            <p:ph sz="half" idx="13"/>
          </p:nvPr>
        </p:nvSpPr>
        <p:spPr>
          <a:xfrm>
            <a:off x="323528" y="3573016"/>
            <a:ext cx="8507288" cy="24482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95536" y="612774"/>
            <a:ext cx="8496944" cy="44724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A4A6-E0D5-4D90-B9B2-98B63469B85B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5ED96-E15B-4758-BC37-02D0829E72A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5301208"/>
            <a:ext cx="5486400" cy="79208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F8BAB-8022-4A10-9005-73D91509F64C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6241F-C3FF-4CCC-9CF9-C408F01B422B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7DB6-F56D-4108-BA16-8C1C7037BA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1" r:id="rId7"/>
    <p:sldLayoutId id="2147483682" r:id="rId8"/>
    <p:sldLayoutId id="2147483683" r:id="rId9"/>
    <p:sldLayoutId id="2147483684" r:id="rId10"/>
    <p:sldLayoutId id="2147483650" r:id="rId11"/>
    <p:sldLayoutId id="2147483655" r:id="rId12"/>
    <p:sldLayoutId id="2147483657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F8BAB-8022-4A10-9005-73D91509F64C}" type="datetimeFigureOut">
              <a:rPr lang="zh-CN" altLang="en-US" smtClean="0"/>
              <a:pPr/>
              <a:t>2013-9-18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E9BA9-3FD6-426D-9FB9-5370B590FF1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统计平台</a:t>
            </a:r>
            <a:r>
              <a:rPr lang="en-US" altLang="zh-CN" dirty="0" smtClean="0"/>
              <a:t>(</a:t>
            </a:r>
            <a:r>
              <a:rPr lang="en-US" altLang="zh-CN" dirty="0" smtClean="0"/>
              <a:t>20130916-20130918)</a:t>
            </a:r>
            <a:endParaRPr lang="zh-CN" altLang="en-US" dirty="0"/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唯一数文件的迁移</a:t>
            </a:r>
            <a:endParaRPr lang="en-US" altLang="zh-CN" dirty="0" smtClean="0"/>
          </a:p>
          <a:p>
            <a:r>
              <a:rPr lang="zh-CN" altLang="en-US" dirty="0" smtClean="0"/>
              <a:t>讨论</a:t>
            </a:r>
            <a:r>
              <a:rPr lang="en-US" altLang="zh-CN" dirty="0" smtClean="0"/>
              <a:t>Q4</a:t>
            </a:r>
            <a:r>
              <a:rPr lang="zh-CN" altLang="en-US" dirty="0" smtClean="0"/>
              <a:t>的规划和</a:t>
            </a:r>
            <a:r>
              <a:rPr lang="zh-CN" altLang="en-US" dirty="0" smtClean="0"/>
              <a:t>方案</a:t>
            </a:r>
            <a:endParaRPr lang="en-US" altLang="zh-CN" dirty="0" smtClean="0"/>
          </a:p>
          <a:p>
            <a:r>
              <a:rPr lang="zh-CN" altLang="en-US" dirty="0" smtClean="0"/>
              <a:t>整理出摩尔斗斗和平台产品中心待删除数据，节后提交</a:t>
            </a:r>
            <a:r>
              <a:rPr lang="en-US" altLang="zh-CN" dirty="0" smtClean="0"/>
              <a:t>DBA</a:t>
            </a:r>
            <a:r>
              <a:rPr lang="zh-CN" altLang="en-US" dirty="0" smtClean="0"/>
              <a:t>进行删除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本周工作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None/>
            </a:pP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、磁盘空间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不足问题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None/>
            </a:pP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lang="en-US" altLang="zh-CN" dirty="0" err="1" smtClean="0">
                <a:solidFill>
                  <a:schemeClr val="bg1">
                    <a:lumMod val="50000"/>
                  </a:schemeClr>
                </a:solidFill>
              </a:rPr>
              <a:t>hadoop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集群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11.118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宕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机一次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None/>
            </a:pP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、唯一数文件服务器</a:t>
            </a:r>
            <a:r>
              <a:rPr lang="en-US" altLang="zh-CN" dirty="0" smtClean="0">
                <a:solidFill>
                  <a:schemeClr val="bg1">
                    <a:lumMod val="50000"/>
                  </a:schemeClr>
                </a:solidFill>
              </a:rPr>
              <a:t>71.36</a:t>
            </a:r>
            <a:r>
              <a:rPr lang="zh-CN" altLang="en-US" dirty="0" smtClean="0">
                <a:solidFill>
                  <a:schemeClr val="bg1">
                    <a:lumMod val="50000"/>
                  </a:schemeClr>
                </a:solidFill>
              </a:rPr>
              <a:t>无法登陆</a:t>
            </a: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None/>
            </a:pP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None/>
            </a:pP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None/>
            </a:pP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None/>
            </a:pP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None/>
            </a:pP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None/>
            </a:pP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None/>
            </a:pPr>
            <a:endParaRPr lang="en-US" altLang="zh-CN" dirty="0" smtClean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遇到的问题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、为国庆期间</a:t>
            </a:r>
            <a:r>
              <a:rPr lang="zh-CN" altLang="en-US" smtClean="0"/>
              <a:t>的稳定运营做</a:t>
            </a:r>
            <a:r>
              <a:rPr lang="zh-CN" altLang="en-US" dirty="0" smtClean="0"/>
              <a:t>准备工作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、确定</a:t>
            </a:r>
            <a:r>
              <a:rPr lang="en-US" altLang="zh-CN" dirty="0" smtClean="0"/>
              <a:t>Q4</a:t>
            </a:r>
            <a:r>
              <a:rPr lang="zh-CN" altLang="en-US" dirty="0" smtClean="0"/>
              <a:t>的关键任务和进度安排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、多区服游戏统计支持自定义列的显示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下周安排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 lvl="4">
              <a:buNone/>
            </a:pPr>
            <a:r>
              <a:rPr lang="zh-CN" altLang="en-US" dirty="0" smtClean="0"/>
              <a:t>                谢谢大家！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11291</TotalTime>
  <Words>100</Words>
  <Application>Microsoft Office PowerPoint</Application>
  <PresentationFormat>全屏显示(4:3)</PresentationFormat>
  <Paragraphs>24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7" baseType="lpstr">
      <vt:lpstr>1_自定义设计方案</vt:lpstr>
      <vt:lpstr>自定义设计方案</vt:lpstr>
      <vt:lpstr>统计平台(20130916-20130918)</vt:lpstr>
      <vt:lpstr>本周工作</vt:lpstr>
      <vt:lpstr>遇到的问题</vt:lpstr>
      <vt:lpstr>下周安排</vt:lpstr>
      <vt:lpstr>幻灯片 5</vt:lpstr>
    </vt:vector>
  </TitlesOfParts>
  <Company>微软中国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付费用户行为分析                 ——ImoleApp、Imole安卓、IseerApp</dc:title>
  <dc:creator>berry</dc:creator>
  <cp:lastModifiedBy>henry</cp:lastModifiedBy>
  <cp:revision>2147</cp:revision>
  <dcterms:created xsi:type="dcterms:W3CDTF">2012-06-07T03:58:51Z</dcterms:created>
  <dcterms:modified xsi:type="dcterms:W3CDTF">2013-09-18T03:28:48Z</dcterms:modified>
</cp:coreProperties>
</file>